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67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280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EscrowX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320040" y="2304288"/>
            <a:ext cx="32004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248716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Payment Platform for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Digital Commerce Ecosystem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Eclectics International </a:t>
            </a:r>
            <a:r>
              <a:rPr lang="en-US" sz="110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 · </a:t>
            </a: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63840" y="2560320"/>
            <a:ext cx="2011680" cy="201168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transactions happen daily — with zero protection.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18745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874520"/>
            <a:ext cx="2743200" cy="201168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371600" y="2121408"/>
            <a:ext cx="640080" cy="640080"/>
          </a:xfrm>
          <a:prstGeom prst="ellipse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185416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irreversible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sent via M-Pesa, money cannot be recalled — no matter what happens next.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46120" y="18745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46120" y="1874520"/>
            <a:ext cx="2743200" cy="201168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297680" y="2121408"/>
            <a:ext cx="640080" cy="640080"/>
          </a:xfrm>
          <a:prstGeom prst="ellipse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2185416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guarantee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8328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disappear. Goods arrive damaged. Services are paid for and never delivered.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72200" y="187452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172200" y="1874520"/>
            <a:ext cx="2743200" cy="201168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223760" y="2121408"/>
            <a:ext cx="640080" cy="640080"/>
          </a:xfrm>
          <a:prstGeom prst="ellipse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1854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dispute resolution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09360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process, no refund mechanism, and no authority to hold either party accountable.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M-Pesa Gap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3840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3840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170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M-Pesa does well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190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17007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instant transfers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4086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6968" y="23225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accessible across Kenya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6265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6968" y="29443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transaction costs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8444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6968" y="35661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millions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983480" y="1143000"/>
            <a:ext cx="3840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983480" y="1143000"/>
            <a:ext cx="3840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5120640" y="1170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M-Pesa cannot do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719072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504688" y="17007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funds conditionally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340864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04688" y="23225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 delivery confirmation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96265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04688" y="29443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dispute resolution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584448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504688" y="35661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 payment gone wrong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6B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solved the movement of money. Nobody solved the trust.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1480" y="109728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EscrowX is not a bank, a wallet, or a payment processor.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conditional payment intermediary — adding a trust layer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M-Pesa so buyers and sellers can transact with confidence.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2468880"/>
            <a:ext cx="192024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94560" y="3090672"/>
            <a:ext cx="59436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06040" y="2926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514600" y="2468880"/>
            <a:ext cx="1920240" cy="1371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1460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1460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EscrowX holds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3090672"/>
            <a:ext cx="59436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2926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754880" y="2468880"/>
            <a:ext cx="192024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75488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delivers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3090672"/>
            <a:ext cx="59436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86600" y="29260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995160" y="2468880"/>
            <a:ext cx="1920240" cy="13716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95160" y="2468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9516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11480" y="4160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EscrowX does not compete with M-Pesa. It completes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143000"/>
            <a:ext cx="530352" cy="530352"/>
          </a:xfrm>
          <a:prstGeom prst="ellipse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1143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" y="1673352"/>
            <a:ext cx="54864" cy="219456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143000" y="1143000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25880" y="11430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initiates transaction and funds escrow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1892808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" y="2423160"/>
            <a:ext cx="54864" cy="219456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143000" y="1892808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25880" y="189280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delivers product or service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2642616"/>
            <a:ext cx="530352" cy="530352"/>
          </a:xfrm>
          <a:prstGeom prst="ellipse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642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" y="3172968"/>
            <a:ext cx="54864" cy="219456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143000" y="2642616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25880" y="264261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 receipt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392424"/>
            <a:ext cx="530352" cy="53035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11480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0936" y="3922776"/>
            <a:ext cx="54864" cy="219456"/>
          </a:xfrm>
          <a:prstGeom prst="rect">
            <a:avLst/>
          </a:prstGeom>
          <a:solidFill>
            <a:srgbClr val="C0CDD8"/>
          </a:solidFill>
          <a:ln w="12700">
            <a:solidFill>
              <a:srgbClr val="C0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143000" y="3392424"/>
            <a:ext cx="7589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25880" y="339242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released to the seller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11480" y="4142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43000" y="4142232"/>
            <a:ext cx="758952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325880" y="414223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disputed — admin mediates and resolves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It's For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109728" cy="1600200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6459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Sellers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8016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 and WhatsApp sellers transacting with unknown buyers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0972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09160" y="1097280"/>
            <a:ext cx="109728" cy="1600200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6459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66928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Designers, developers, and content creators receiving payments for services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20040" y="2926080"/>
            <a:ext cx="109728" cy="1600200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4747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Jiji Traders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dealing in high-value second-hand goods on Kenya's largest classifieds platform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09160" y="29260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709160" y="2926080"/>
            <a:ext cx="109728" cy="1600200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47472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66928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businesses conducting remote transactions without formal contracts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150876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09728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6596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149961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 · Transaction creation · Status tracking · Dispute submission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90195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AF"/>
                </a:solidFill>
              </a:rPr>
              <a:t>↕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05740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" y="2057400"/>
            <a:ext cx="1508760" cy="804672"/>
          </a:xfrm>
          <a:prstGeom prst="rect">
            <a:avLst/>
          </a:prstGeom>
          <a:solidFill>
            <a:srgbClr val="1A6BAF"/>
          </a:solidFill>
          <a:ln w="12700">
            <a:solidFill>
              <a:srgbClr val="1A6B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205740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96596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65960" y="245973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Business logic · Escrow state machine · Dispute handling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286207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AF"/>
                </a:solidFill>
              </a:rPr>
              <a:t>↕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01752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" y="3017520"/>
            <a:ext cx="1508760" cy="804672"/>
          </a:xfrm>
          <a:prstGeom prst="rect">
            <a:avLst/>
          </a:prstGeom>
          <a:solidFill>
            <a:srgbClr val="0D6E9A"/>
          </a:solidFill>
          <a:ln w="12700">
            <a:solidFill>
              <a:srgbClr val="0D6E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301752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6596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965960" y="341985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Transactions · Payments · Disputes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85800" y="382219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AF"/>
                </a:solidFill>
              </a:rPr>
              <a:t>↕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0040" y="3977640"/>
            <a:ext cx="1508760" cy="804672"/>
          </a:xfrm>
          <a:prstGeom prst="rect">
            <a:avLst/>
          </a:prstGeom>
          <a:solidFill>
            <a:srgbClr val="0A5478"/>
          </a:solidFill>
          <a:ln w="12700">
            <a:solidFill>
              <a:srgbClr val="0A54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0040" y="39776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96596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Daraja API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965960" y="437997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capture (STK Push) · Disbursement · Payment status callbacks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5720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EscrowX does not compete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M-Pesa.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09067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completes it.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Eclectics International Limited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373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EscrowX</dc:title>
  <dc:subject>PptxGenJS Presentation</dc:subject>
  <dc:creator>Eclectics International Limited</dc:creator>
  <cp:lastModifiedBy>Mark Kipchumba</cp:lastModifiedBy>
  <cp:revision>2</cp:revision>
  <dcterms:created xsi:type="dcterms:W3CDTF">2026-05-10T19:58:15Z</dcterms:created>
  <dcterms:modified xsi:type="dcterms:W3CDTF">2026-05-11T06:20:50Z</dcterms:modified>
</cp:coreProperties>
</file>